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9B80-0A68-613D-84F2-A9B4B9DB3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A79A6-682B-F2FB-2529-9DEB9BD44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8F688-75CB-3E15-7FF6-2F132429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081BB-7E0A-DB62-3039-D6EB163E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82CF-EA89-1549-F7D7-D29712B3A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C5B1-F82E-DC9D-2D00-4BC02721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3BE5-C56D-309A-C298-0D0720AEF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D8879-03B6-DC47-B5D5-D3579638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DEF38-0CCA-2672-CC7D-377CA804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18F8F-649B-FCFE-DF7F-7EAB9E38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41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F9EC-96F2-D286-C5B3-2FE4D75F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8DD99-488C-BA3C-C70B-DE2ACEAE9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21013-1DE1-644C-DB74-1AFCDF08D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4A39-7EEA-0A8B-408A-70525E17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DDEAE-1C32-CEAD-05F1-FAE69E14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34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DB0C-6269-7CC8-4AE6-9A299C39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23595-AE54-E00C-909E-5AC90866F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71EDE-71BB-ABCF-4DD5-CFBE26AA7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85665-0FE3-6A80-32AE-8ED9320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E5580-4A71-C704-4614-8A071344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9362B-BD0D-F739-E231-0F8BBD65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662A-3EF9-D608-AEFC-2B91CEC6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91474-8503-C868-203F-6E2504A8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9506-5679-08AD-5C50-F0B6FB54D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47577-AECE-1928-E60C-4A624E5DD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518E8-03BB-1195-E265-D0B610178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3E564-A602-C981-3516-12B84005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02F5F-14F6-ADBC-B43F-6A8FFDC3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F0B22-DCD9-96DF-D6DF-6997BF7C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32D1-954A-EF4D-8ED0-6129084E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4C2FD3-8F9A-AD25-104A-B299090A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ECF59-B02F-D1FB-7B6B-D263F647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67551-2E85-819F-D985-2ACAC7AA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47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DC367-3B9E-3C82-6A6D-67739C93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7D318-6D4B-1247-954B-1CEB7092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2675F-46D1-E975-9089-968A361A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1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C820-375E-1E84-129C-A0167E43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9F6A8-DB77-06AB-6A51-5418DD6C5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63EA4-AE3B-698A-6D9D-B57610E7F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F29-B9FD-1091-9F50-078A3961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97365-FD82-4BC2-38AE-10122E5A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DDEDF-11D2-70F0-D5CF-7B8F9554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7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01FD-FC73-7BB9-B299-2DF1D2D8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CFD3B-D041-C601-6BD2-C73F77948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6448D-14E5-DDC0-F467-F017B193E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CCEA7-E092-7289-FE4A-2B325A40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5ECCB-F4E4-27AF-FC6D-C7A4C6C8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1A454-B71C-4600-6519-54963A3D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8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35CE-65C5-3374-89CE-3DE6F6D6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54308-A8F9-CBD1-1468-46B651DFC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7E01-83BE-9448-A855-6860BC96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E634E-2555-C0AD-5DFC-CE20DBC7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A7C2F-E665-9523-7246-721C948B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6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83075-1126-3A19-E8BC-6BFBC7BF71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E1FC6-1342-2082-48C0-A496B085D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9BF9B-8B7F-224C-B1BF-8731DFA5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141D-CE90-19FF-4045-3A67867E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4F975-C727-772F-6D41-F73957BC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6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B4417-45E9-44CF-09B2-2FF75340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8BC63-258D-2FA5-10A7-EDD904FC2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7D847-01F6-B004-4247-834B7BC6D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1EA51-E437-384A-86EE-1E9C0F1A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A637F-CA08-BECB-0305-BB16CB765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8D138-05E4-7EF6-EE04-A93FBCE97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85FF3-8219-AA4B-94F5-2C70BA6E7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787A-9507-AA33-469A-39B74174A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8211" y="2117165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4D596-F354-6F08-03D4-289ACE53B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325"/>
            <a:ext cx="12192000" cy="612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2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9C958E-21E3-D65E-CEEE-2A914A2BF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2" y="893295"/>
            <a:ext cx="12060518" cy="539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8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C6F82A-CF78-1D85-6405-4AA775BBA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2" y="959130"/>
            <a:ext cx="11259670" cy="49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15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22983A-9448-8550-2544-8B713CBC5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76" y="827041"/>
            <a:ext cx="11773648" cy="463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4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D1E887-645A-82AA-0BEF-A6EEFD2F1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5" y="845484"/>
            <a:ext cx="12012705" cy="563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3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600717-7E8A-5A2F-9826-D0BB68049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88" y="594471"/>
            <a:ext cx="10972799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44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sruthi sri paladugu</dc:creator>
  <cp:lastModifiedBy>sruthi sri paladugu</cp:lastModifiedBy>
  <cp:revision>1</cp:revision>
  <dcterms:created xsi:type="dcterms:W3CDTF">2026-05-05T16:33:23Z</dcterms:created>
  <dcterms:modified xsi:type="dcterms:W3CDTF">2026-05-05T16:48:03Z</dcterms:modified>
</cp:coreProperties>
</file>